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98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309360" y="-1371600"/>
            <a:ext cx="4572000" cy="4572000"/>
          </a:xfrm>
          <a:prstGeom prst="ellipse">
            <a:avLst/>
          </a:prstGeom>
          <a:solidFill>
            <a:srgbClr val="004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834640"/>
            <a:ext cx="2560320" cy="2560320"/>
          </a:xfrm>
          <a:prstGeom prst="ellipse">
            <a:avLst/>
          </a:prstGeom>
          <a:solidFill>
            <a:srgbClr val="005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731520"/>
            <a:ext cx="1097280" cy="1097280"/>
          </a:xfrm>
          <a:prstGeom prst="ellipse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743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0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Malaysia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VehicleTrack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0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Expense &amp;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80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Tracking System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2724912"/>
            <a:ext cx="3474720" cy="36576"/>
          </a:xfrm>
          <a:prstGeom prst="rect">
            <a:avLst/>
          </a:prstGeom>
          <a:solidFill>
            <a:srgbClr val="80CF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0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Unit: Hatchery Operation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4114800" cy="18288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784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69848" y="97840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/ Site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9848" y="12984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Malaysia — Chengkau Hatchery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114800" cy="18288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9784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58968" y="97840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58968" y="12984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Agro-Industrial Products (M) SDN BHD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761488"/>
            <a:ext cx="4114800" cy="18288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9900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69848" y="29900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9848" y="331012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Hatchery Operation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2761488"/>
            <a:ext cx="4114800" cy="18288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9900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58968" y="29900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58968" y="331012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 Improvement — Digital Transformation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Type of Innovation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743200" cy="18288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" y="149961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81965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KPI, charts by category &amp; department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43200" cy="18288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0128" y="149961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81965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repair, toll — digital receipts &amp; scan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749808"/>
            <a:ext cx="2743200" cy="18288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914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36208" y="149961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81965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Multi-department vehicles with usage logs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61488"/>
            <a:ext cx="2743200" cy="18288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926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84048" y="351129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Claims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83133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claim reports, export Excel/PDF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761488"/>
            <a:ext cx="2743200" cy="18288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2926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📴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310128" y="351129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83133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works without internet, syncs on reconnect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761488"/>
            <a:ext cx="2743200" cy="18288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2926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236208" y="351129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383133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template import for vehicles &amp; expenses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4773168"/>
            <a:ext cx="2743200" cy="228600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0" y="4773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Type: i1 Improvement — Digital Transformation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Team Members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94560" y="74980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4358681-AE3F-C94C-2DB2-B595FFCA3696}"/>
              </a:ext>
            </a:extLst>
          </p:cNvPr>
          <p:cNvGrpSpPr/>
          <p:nvPr/>
        </p:nvGrpSpPr>
        <p:grpSpPr>
          <a:xfrm>
            <a:off x="274320" y="749808"/>
            <a:ext cx="1828800" cy="877824"/>
            <a:chOff x="274320" y="749808"/>
            <a:chExt cx="1828800" cy="877824"/>
          </a:xfrm>
        </p:grpSpPr>
        <p:sp>
          <p:nvSpPr>
            <p:cNvPr id="7" name="Shape 5"/>
            <p:cNvSpPr/>
            <p:nvPr/>
          </p:nvSpPr>
          <p:spPr>
            <a:xfrm>
              <a:off x="274320" y="749808"/>
              <a:ext cx="1828800" cy="384048"/>
            </a:xfrm>
            <a:prstGeom prst="rect">
              <a:avLst/>
            </a:prstGeom>
            <a:solidFill>
              <a:srgbClr val="3EC4B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20040" y="749808"/>
              <a:ext cx="17556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Name – Surname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274320" y="1170432"/>
              <a:ext cx="1828800" cy="457200"/>
            </a:xfrm>
            <a:prstGeom prst="rect">
              <a:avLst/>
            </a:prstGeom>
            <a:solidFill>
              <a:srgbClr val="E4F7F6"/>
            </a:solidFill>
            <a:ln w="6350">
              <a:solidFill>
                <a:srgbClr val="B2E8E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347472" y="1170432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Yudthakarn Kumsaenkhot</a:t>
              </a:r>
              <a:endParaRPr lang="en-US" sz="11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246827-B390-9FCF-4BD0-0EB5D2963CD2}"/>
              </a:ext>
            </a:extLst>
          </p:cNvPr>
          <p:cNvGrpSpPr/>
          <p:nvPr/>
        </p:nvGrpSpPr>
        <p:grpSpPr>
          <a:xfrm>
            <a:off x="2142685" y="749808"/>
            <a:ext cx="1579098" cy="877824"/>
            <a:chOff x="2148840" y="749808"/>
            <a:chExt cx="1579098" cy="877824"/>
          </a:xfrm>
        </p:grpSpPr>
        <p:sp>
          <p:nvSpPr>
            <p:cNvPr id="9" name="Shape 7"/>
            <p:cNvSpPr/>
            <p:nvPr/>
          </p:nvSpPr>
          <p:spPr>
            <a:xfrm>
              <a:off x="2148840" y="749808"/>
              <a:ext cx="1579098" cy="384048"/>
            </a:xfrm>
            <a:prstGeom prst="rect">
              <a:avLst/>
            </a:prstGeom>
            <a:solidFill>
              <a:srgbClr val="3EC4B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2148840" y="1170432"/>
              <a:ext cx="1579098" cy="457200"/>
            </a:xfrm>
            <a:prstGeom prst="rect">
              <a:avLst/>
            </a:prstGeom>
            <a:solidFill>
              <a:srgbClr val="E4F7F6"/>
            </a:solidFill>
            <a:ln w="6350">
              <a:solidFill>
                <a:srgbClr val="B2E8E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 18"/>
          <p:cNvSpPr/>
          <p:nvPr/>
        </p:nvSpPr>
        <p:spPr>
          <a:xfrm>
            <a:off x="2221992" y="11704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Hatchery</a:t>
            </a:r>
            <a:endParaRPr lang="en-US" sz="11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EB90584-3C7E-3B94-5967-CC1D5BED5134}"/>
              </a:ext>
            </a:extLst>
          </p:cNvPr>
          <p:cNvGrpSpPr/>
          <p:nvPr/>
        </p:nvGrpSpPr>
        <p:grpSpPr>
          <a:xfrm>
            <a:off x="3761348" y="749808"/>
            <a:ext cx="1554480" cy="877824"/>
            <a:chOff x="3764280" y="749808"/>
            <a:chExt cx="1554480" cy="877824"/>
          </a:xfrm>
        </p:grpSpPr>
        <p:sp>
          <p:nvSpPr>
            <p:cNvPr id="11" name="Shape 9"/>
            <p:cNvSpPr/>
            <p:nvPr/>
          </p:nvSpPr>
          <p:spPr>
            <a:xfrm>
              <a:off x="3764280" y="749808"/>
              <a:ext cx="1554480" cy="384048"/>
            </a:xfrm>
            <a:prstGeom prst="rect">
              <a:avLst/>
            </a:prstGeom>
            <a:solidFill>
              <a:srgbClr val="3EC4B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3810000" y="749808"/>
              <a:ext cx="148132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Position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764280" y="1170432"/>
              <a:ext cx="1554480" cy="457200"/>
            </a:xfrm>
            <a:prstGeom prst="rect">
              <a:avLst/>
            </a:prstGeom>
            <a:solidFill>
              <a:srgbClr val="E4F7F6"/>
            </a:solidFill>
            <a:ln w="6350">
              <a:solidFill>
                <a:srgbClr val="B2E8E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3837432" y="1170432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General Manager</a:t>
              </a:r>
              <a:endParaRPr lang="en-US" sz="11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280FC11-DC48-C665-0C71-FE8CBC840072}"/>
              </a:ext>
            </a:extLst>
          </p:cNvPr>
          <p:cNvGrpSpPr/>
          <p:nvPr/>
        </p:nvGrpSpPr>
        <p:grpSpPr>
          <a:xfrm>
            <a:off x="5355393" y="749808"/>
            <a:ext cx="1508760" cy="877824"/>
            <a:chOff x="5364480" y="749808"/>
            <a:chExt cx="1508760" cy="877824"/>
          </a:xfrm>
        </p:grpSpPr>
        <p:sp>
          <p:nvSpPr>
            <p:cNvPr id="13" name="Shape 11"/>
            <p:cNvSpPr/>
            <p:nvPr/>
          </p:nvSpPr>
          <p:spPr>
            <a:xfrm>
              <a:off x="5364480" y="749808"/>
              <a:ext cx="1508760" cy="384048"/>
            </a:xfrm>
            <a:prstGeom prst="rect">
              <a:avLst/>
            </a:prstGeom>
            <a:solidFill>
              <a:srgbClr val="3EC4B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410200" y="749808"/>
              <a:ext cx="143560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Telephone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364480" y="1170432"/>
              <a:ext cx="1508760" cy="457200"/>
            </a:xfrm>
            <a:prstGeom prst="rect">
              <a:avLst/>
            </a:prstGeom>
            <a:solidFill>
              <a:srgbClr val="E4F7F6"/>
            </a:solidFill>
            <a:ln w="6350">
              <a:solidFill>
                <a:srgbClr val="B2E8E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5437632" y="1170432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013 397 3099</a:t>
              </a:r>
              <a:endParaRPr lang="en-US" sz="11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AFEA762-9CCB-708C-296E-7465E1945C36}"/>
              </a:ext>
            </a:extLst>
          </p:cNvPr>
          <p:cNvGrpSpPr/>
          <p:nvPr/>
        </p:nvGrpSpPr>
        <p:grpSpPr>
          <a:xfrm>
            <a:off x="6903719" y="749808"/>
            <a:ext cx="2039259" cy="877824"/>
            <a:chOff x="6903719" y="749808"/>
            <a:chExt cx="2039259" cy="877824"/>
          </a:xfrm>
        </p:grpSpPr>
        <p:sp>
          <p:nvSpPr>
            <p:cNvPr id="15" name="Shape 13"/>
            <p:cNvSpPr/>
            <p:nvPr/>
          </p:nvSpPr>
          <p:spPr>
            <a:xfrm>
              <a:off x="6903719" y="749808"/>
              <a:ext cx="2039259" cy="384048"/>
            </a:xfrm>
            <a:prstGeom prst="rect">
              <a:avLst/>
            </a:prstGeom>
            <a:solidFill>
              <a:srgbClr val="3EC4B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6949440" y="749808"/>
              <a:ext cx="1940386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Email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903719" y="1170432"/>
              <a:ext cx="2039259" cy="457200"/>
            </a:xfrm>
            <a:prstGeom prst="rect">
              <a:avLst/>
            </a:prstGeom>
            <a:solidFill>
              <a:srgbClr val="E4F7F6"/>
            </a:solidFill>
            <a:ln w="6350">
              <a:solidFill>
                <a:srgbClr val="B2E8E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6976872" y="1170432"/>
              <a:ext cx="1915668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yudthakarn@cpmalaysia.com</a:t>
              </a:r>
              <a:endParaRPr lang="en-US" sz="1100" dirty="0"/>
            </a:p>
          </p:txBody>
        </p:sp>
      </p:grpSp>
      <p:sp>
        <p:nvSpPr>
          <p:cNvPr id="27" name="Shape 25"/>
          <p:cNvSpPr/>
          <p:nvPr/>
        </p:nvSpPr>
        <p:spPr>
          <a:xfrm>
            <a:off x="274320" y="1920240"/>
            <a:ext cx="8686800" cy="265176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20299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Contribution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2423160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Full-stack development: database schema, backend (Supabase/PostgreSQL), frontend SPA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289864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PWA design and offline-first architecture implementation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374136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Multi-language (Thai/English) UI and role-based access control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849624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pipeline via GitHub Actions, deployed to GitHub Pages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/ Problems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685800" cy="822960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51560" y="749808"/>
            <a:ext cx="777240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8412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Record-Keeping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13385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expenses tracked on paper or Excel — error-prone, hard to audit, easily lost.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685800" cy="822960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792224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51560" y="1792224"/>
            <a:ext cx="777240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18836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17627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had no live view of fleet costs, mileage, or fuel consumption across departments.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685800" cy="822960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83464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777240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88720" y="29260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Reports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2186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expense reports required hours of manual data consolidation and cross-checking.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877056"/>
            <a:ext cx="685800" cy="822960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877056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051560" y="3877056"/>
            <a:ext cx="777240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39684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426110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to track who recorded what and when — accountability gaps existed.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06240" cy="1261872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685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877824"/>
            <a:ext cx="3364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Fleet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207008"/>
            <a:ext cx="33649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all vehicles, departments, and expense categories across the organization.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06240" cy="1261872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749808"/>
            <a:ext cx="685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0680" y="877824"/>
            <a:ext cx="3364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207008"/>
            <a:ext cx="33649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cards, charts by category, department, and vehicle — always up to date.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4206240" cy="1261872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194560"/>
            <a:ext cx="685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05840" y="2322576"/>
            <a:ext cx="3364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Offline Access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33649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PWA works on any device; captures data in remote areas without connectivity.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206240" cy="1261872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194560"/>
            <a:ext cx="685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40680" y="2322576"/>
            <a:ext cx="3364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651760"/>
            <a:ext cx="33649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travel claims and expense reports; export to Excel or PDF in one click.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639312"/>
            <a:ext cx="4206240" cy="1261872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639312"/>
            <a:ext cx="685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05840" y="3767328"/>
            <a:ext cx="3364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096512"/>
            <a:ext cx="33649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Manager, and User roles ensure proper access control and data integrity.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639312"/>
            <a:ext cx="4206240" cy="1261872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3639312"/>
            <a:ext cx="685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⏩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440680" y="3767328"/>
            <a:ext cx="3364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Admin Workload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4096512"/>
            <a:ext cx="33649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monthly report preparation time from several hours to just minutes.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for Developing Projects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86968"/>
            <a:ext cx="411480" cy="411480"/>
          </a:xfrm>
          <a:prstGeom prst="ellipse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86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841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89888" y="8412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133856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all paper-based processes through a fully digital, cloud-connected system (Supabase / PostgreSQL).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46504"/>
            <a:ext cx="411480" cy="411480"/>
          </a:xfrm>
          <a:prstGeom prst="ellipse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7465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1700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89888" y="17007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PWA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1993392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architecture — accessible on any device, no app store installation required.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411480" cy="411480"/>
          </a:xfrm>
          <a:prstGeom prst="ellipse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560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📴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89888" y="2560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Reliability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89888" y="2852928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local storage with background sync queue ensures data capture in remote farm environments.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465576"/>
            <a:ext cx="411480" cy="411480"/>
          </a:xfrm>
          <a:prstGeom prst="ellipse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465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89888" y="341985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89888" y="3712464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Thai/English bilingual interface serves all staff regardless of language preference.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325112"/>
            <a:ext cx="411480" cy="411480"/>
          </a:xfrm>
          <a:prstGeom prst="ellipse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325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2793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89888" y="42793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89888" y="4572000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access control (Admin / Manager / User) enforced by Supabase Row-Level Security policies.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Procedures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097280" cy="530352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4124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1069848"/>
            <a:ext cx="182880" cy="36576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00200" y="813816"/>
            <a:ext cx="7223760" cy="58521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19072" y="859536"/>
            <a:ext cx="6995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System 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19072" y="1115568"/>
            <a:ext cx="6995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user requirements; designed DB schema, user roles, and UX wireframes for all 5 access levels.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1097280" cy="530352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700784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1929384"/>
            <a:ext cx="182880" cy="36576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00200" y="1673352"/>
            <a:ext cx="7223760" cy="58521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19072" y="1719072"/>
            <a:ext cx="6995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Backend (Supabase)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19072" y="1975104"/>
            <a:ext cx="6995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PostgreSQL tables, Row-Level Security, real-time subscriptions, and Storage for receipts.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1097280" cy="530352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5603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0" y="2788920"/>
            <a:ext cx="182880" cy="36576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00200" y="2532888"/>
            <a:ext cx="7223760" cy="58521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19072" y="2578608"/>
            <a:ext cx="6995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 Development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19072" y="2834640"/>
            <a:ext cx="6995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dashboard, Add Expense, Vehicles, Reports, and Travel Claims pages in vanilla HTML/CSS/JS.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419856"/>
            <a:ext cx="1097280" cy="530352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41985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0" y="3648456"/>
            <a:ext cx="182880" cy="36576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600200" y="3392424"/>
            <a:ext cx="7223760" cy="58521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19072" y="3438144"/>
            <a:ext cx="6995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&amp; Offline Sync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19072" y="3694176"/>
            <a:ext cx="6995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service worker, IndexedDB, background sync queue, and install-to-homescreen capability.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279392"/>
            <a:ext cx="1097280" cy="530352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27939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71600" y="4507992"/>
            <a:ext cx="182880" cy="36576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600200" y="4251960"/>
            <a:ext cx="7223760" cy="58521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719072" y="4297680"/>
            <a:ext cx="6995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19072" y="4553712"/>
            <a:ext cx="6995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testing, bug fixes, CI/CD pipeline via GitHub Actions — deployed to GitHub Pages.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the Results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023360" cy="40233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749808"/>
            <a:ext cx="4023360" cy="40233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74980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768096"/>
            <a:ext cx="548640" cy="3657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0" y="7680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225296"/>
            <a:ext cx="402336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31673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Paper &amp; Excel tracking — manual entry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225296"/>
            <a:ext cx="4023360" cy="658368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31673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Digital PWA — any device, anytime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975104"/>
            <a:ext cx="402336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06654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real-time cost visibility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975104"/>
            <a:ext cx="4023360" cy="658368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06654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dashboard with KPI cards &amp; charts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724912"/>
            <a:ext cx="402336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81635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Monthly reports took hours to compile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724912"/>
            <a:ext cx="4023360" cy="658368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281635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Reports auto-generated in seconds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402336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56616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Data stored locally — risk of loss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474720"/>
            <a:ext cx="4023360" cy="658368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356616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 sync via Supabase — always safe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24528"/>
            <a:ext cx="402336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31596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accountability or audit trail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4224528"/>
            <a:ext cx="4023360" cy="658368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431596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activity log with user &amp; timestamp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06240" cy="192024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869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Kaizen-Inspired Origin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Originated from continuous improvement initiatives — digitizing manual processes to eliminate waste (Muda) in administrative record-keeping.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06240" cy="192024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8869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15270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Technology (First Use)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6537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vehicle tracking system in the organization built as a Progressive Web App — installable on mobile without an app store, works cross-platform.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206240" cy="192024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971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📴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11480" y="3611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95020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capability to record expenses in remote farm areas with zero internet access; data auto-syncs when connectivity is restored via background sync queue.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206240" cy="192024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971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Memory UX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95020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auto-remembers the last-used vehicle and expense type, pre-filling the form on next entry — cutting repeat data-entry time by ~70%.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Opportunity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804672" cy="859536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8046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170432" y="749808"/>
            <a:ext cx="7699248" cy="8595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98448" y="8412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CP Malaysia Sites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11521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Factory-agnostic design — deployable to all feedmills, farms, and processing plants across Malaysia with minimal configuration changes.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804672" cy="859536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792224"/>
            <a:ext cx="8046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🌏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170432" y="1792224"/>
            <a:ext cx="7699248" cy="8595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98448" y="18836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Group Region Expansion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219456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(Thai/English) and multi-tenant architecture enable expansion to CP Group companies across Southeast Asia.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04672" cy="859536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834640"/>
            <a:ext cx="8046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170432" y="2834640"/>
            <a:ext cx="7699248" cy="8595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98448" y="29260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32369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include preventive maintenance schedules, service history, and automated service-due reminders per vehicle.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877056"/>
            <a:ext cx="804672" cy="859536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877056"/>
            <a:ext cx="8046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170432" y="3877056"/>
            <a:ext cx="7699248" cy="8595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98448" y="39684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Telematics Integration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427939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GPS devices for real-time location tracking and automatic mileage calculation, eliminating manual odometer entry.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42332"/>
            <a:ext cx="8915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DAY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743200" cy="365760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08760" y="1115568"/>
            <a:ext cx="274320" cy="164592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2743200" cy="16002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4081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Alerts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2677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when a vehicle is due for service based on mileage or date thresholds.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35808"/>
            <a:ext cx="2743200" cy="16002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14553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Analytics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expense data across all CP Malaysia factories for executive reporting.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27832" y="749808"/>
            <a:ext cx="2743200" cy="365760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27832" y="749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62272" y="1115568"/>
            <a:ext cx="274320" cy="164592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27832" y="1298448"/>
            <a:ext cx="2743200" cy="16002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27832" y="14081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19272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Telematics Integration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9272" y="22677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vehicle location and automatic mileage logging from GPS devices.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3035808"/>
            <a:ext cx="2743200" cy="16002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27832" y="314553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19272" y="3657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9272" y="400507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for iOS &amp; Android with push notifications and biometric login.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81344" y="749808"/>
            <a:ext cx="2743200" cy="365760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81344" y="749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15784" y="1115568"/>
            <a:ext cx="274320" cy="164592"/>
          </a:xfrm>
          <a:prstGeom prst="rect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81344" y="1298448"/>
            <a:ext cx="2743200" cy="16002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81344" y="14081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272784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22677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unusual expense patterns using machine learning for fraud prevention.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81344" y="3035808"/>
            <a:ext cx="2743200" cy="1600200"/>
          </a:xfrm>
          <a:prstGeom prst="rect">
            <a:avLst/>
          </a:prstGeom>
          <a:solidFill>
            <a:srgbClr val="E4F7F6"/>
          </a:solidFill>
          <a:ln w="9525">
            <a:solidFill>
              <a:srgbClr val="B2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81344" y="314553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272784" y="3657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Payroll Integration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72784" y="400507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driver allowances and feed data directly into payroll systems.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04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926080"/>
            <a:ext cx="2560320" cy="2560320"/>
          </a:xfrm>
          <a:prstGeom prst="ellipse">
            <a:avLst/>
          </a:prstGeom>
          <a:solidFill>
            <a:srgbClr val="005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0" y="731520"/>
            <a:ext cx="1097280" cy="1097280"/>
          </a:xfrm>
          <a:prstGeom prst="ellipse">
            <a:avLst/>
          </a:prstGeom>
          <a:solidFill>
            <a:srgbClr val="3EC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5029200" cy="36576"/>
          </a:xfrm>
          <a:prstGeom prst="rect">
            <a:avLst/>
          </a:prstGeom>
          <a:solidFill>
            <a:srgbClr val="80CF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0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VehicleTrack — Vehicle Expense &amp; Usage Tracking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9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Malaysia  |  Innovation Day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1073</Words>
  <Application>Microsoft Office PowerPoint</Application>
  <PresentationFormat>On-screen Show (16:9)</PresentationFormat>
  <Paragraphs>213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YUDTHAKARN KUMSAENKHOT</cp:lastModifiedBy>
  <cp:revision>3</cp:revision>
  <dcterms:created xsi:type="dcterms:W3CDTF">2026-07-21T03:53:33Z</dcterms:created>
  <dcterms:modified xsi:type="dcterms:W3CDTF">2026-07-21T05:19:18Z</dcterms:modified>
</cp:coreProperties>
</file>